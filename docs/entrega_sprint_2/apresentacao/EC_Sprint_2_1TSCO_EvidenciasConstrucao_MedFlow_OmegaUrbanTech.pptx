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7" r:id="rId18"/>
    <p:sldId id="279" r:id="rId19"/>
    <p:sldId id="281" r:id="rId20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quatro visões preservam o filtro na URL e distinguem ausência legítima, falha de endpoint e contingência — três estados que costumam ser confundidos em painéis. As duas telas ao lado são o produto público, capturadas do link que o avaliador abre.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indicador carrega o próprio limite ao lado da fórmula, e a faixa de baixo reúne as leituras que nenhum indicador isolado desautoriza.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pergunta é coloquial e não nomeia indicador nem tabela. A FlowIA responde Pediatria com 339 internações, a tabela do mesmo hospital e competência confirma o número, e o SQL fica a um clique. É a demonstração de que a narrativa não substitui a Gold: ela é conferível.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sites/default/files/poli_82_web_0.pdf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Relationship Id="rId4" Type="http://schemas.openxmlformats.org/officeDocument/2006/relationships/hyperlink" Target="https://youtu.be/Hum7fgOejyI" TargetMode="External"/><Relationship Id="rId5" Type="http://schemas.openxmlformats.org/officeDocument/2006/relationships/hyperlink" Target="https://github.com/Lucas-D-S-1/medflow" TargetMode="External"/><Relationship Id="rId6" Type="http://schemas.openxmlformats.org/officeDocument/2006/relationships/hyperlink" Target="https://lucas-d-s-1.github.io/medflow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TextBox 56"/>
          <p:cNvSpPr txBox="1"/>
          <p:nvPr/>
        </p:nvSpPr>
        <p:spPr>
          <a:xfrm>
            <a:off x="548640" y="1316736"/>
            <a:ext cx="110916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D3748"/>
                </a:solidFill>
                <a:latin typeface="Aptos"/>
              </a:rPr>
              <a:t>React 19 + TypeScript + Vite, publicado no GitHub Pages. Duas páginas e quatro visões, servidas pela API: as telas apenas apresentam e formatam, nunca recalculam.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Território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existe um sinal que merece investigação?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92424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93592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Pares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3592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Este número é alto para um hospital deste porte?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36207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37375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Hospital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7375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o sinal se concentra: unidade, especialidade ou CID?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79992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Metodologia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60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Qual é a origem do número e quais são seus limites?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TERRITÓRIO  ·  ONDE OLHAR PRIMEIRO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HOSPITAL  ·  O NÚMERO GANHA UMA RÉGUA</a:t>
            </a:r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15" y="2926080"/>
            <a:ext cx="3714409" cy="235915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5453" y="2926080"/>
            <a:ext cx="4036468" cy="2359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48640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Mapa das 62 regiões pelo placar de sinais: o gestor vê de longe onde há sinal fora do padrão, e a legenda diz que é placar para priorizar investigação, não nota de qualidade.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Faixa interquartil, mediana e posição entre pares do mesmo porte, na mesma região, com o critério escrito e os pares nomeados. O porte é o que torna a comparação justa.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 origem aparece na interface: “Oracle ao vivo” quando a API responde e “Snapshot de contingência” quando não. As duas fontes nunca são misturadas.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Indicadores e limites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575304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21" name="Rectangle 20"/>
          <p:cNvSpPr/>
          <p:nvPr/>
        </p:nvSpPr>
        <p:spPr>
          <a:xfrm>
            <a:off x="548640" y="5047488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5721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QUE NÃO SUSTENTAMOS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138928"/>
            <a:ext cx="89885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Monitoramento em tempo real · prova de ineficiência hospitalar · evasão total incluindo outras UFs · internação individual comprovadamente evitável · produto validado por gestores ou impacto comprovado. O projeto não realizou entrevistas, observação de campo, teste de usabilidade ou piloto com usuários reais: utilidade, adoção e impacto seguem como fronteira de evidência futura, declarada no slide de próximos passos.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Regras semânticas transversais: denominador nulo em vez de divisão por zero, ausência preservada como distinta de zero, e classificação separada para amostra insuficiente.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920240"/>
            <a:ext cx="2962656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2011680"/>
            <a:ext cx="1922983" cy="260604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1920240"/>
            <a:ext cx="7690104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011680"/>
            <a:ext cx="522122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48280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02352"/>
            <a:ext cx="11091672" cy="122529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2303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SQL QUE SUSTENTA A RESPOSTA</a:t>
            </a:r>
          </a:p>
        </p:txBody>
      </p:sp>
      <p:pic>
        <p:nvPicPr>
          <p:cNvPr id="35" name="Picture 34" descr="flowia-sql-audit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183" y="5394960"/>
            <a:ext cx="2115921" cy="9144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06240" y="5266944"/>
            <a:ext cx="7434072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Um clique em “Ver SQL gerado e validado” abre a consulta que respondeu: um SELECT sobre MART_INDICADOR_HOSPITAL_ESPECIALIDADE_MENSAL, o mesmo mart da Gold que alimenta a tabela ao lado. Verbo de escrita derruba a rodada antes de chegar ao banco, e cada pergunta grava uma linha auditável com o SQL, a narrativa e o que a varredura de vocabulário marcou.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657600"/>
            <a:ext cx="11091672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387705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62356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Vídeo pitch: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4"/>
              </a:rPr>
              <a:t>youtu.be/Hum7fgOejyI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    ·   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github.com/Lucas-D-S-1/medflow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 xml:space="preserve">    ·    </a:t>
            </a: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  <a:hlinkClick r:id="rId6"/>
              </a:rPr>
              <a:t>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